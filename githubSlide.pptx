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6/8/2021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6/8/2021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GitHub_Flavored_Markdown" TargetMode="External"/><Relationship Id="rId13" Type="http://schemas.openxmlformats.org/officeDocument/2006/relationships/hyperlink" Target="https://en.wikipedia.org/wiki/Domain_name" TargetMode="External"/><Relationship Id="rId3" Type="http://schemas.openxmlformats.org/officeDocument/2006/relationships/hyperlink" Target="https://en.wikipedia.org/wiki/Web_hosting_service" TargetMode="External"/><Relationship Id="rId7" Type="http://schemas.openxmlformats.org/officeDocument/2006/relationships/hyperlink" Target="https://en.wikipedia.org/wiki/GitHub#cite_note-80" TargetMode="External"/><Relationship Id="rId12" Type="http://schemas.openxmlformats.org/officeDocument/2006/relationships/hyperlink" Target="https://en.wikipedia.org/wiki/Subdomain" TargetMode="External"/><Relationship Id="rId2" Type="http://schemas.openxmlformats.org/officeDocument/2006/relationships/hyperlink" Target="https://en.wikipedia.org/wiki/Static_web_page" TargetMode="External"/><Relationship Id="rId16" Type="http://schemas.openxmlformats.org/officeDocument/2006/relationships/hyperlink" Target="https://en.wikipedia.org/wiki/Let%27s_Encrypt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GitHub#cite_note-79" TargetMode="External"/><Relationship Id="rId11" Type="http://schemas.openxmlformats.org/officeDocument/2006/relationships/hyperlink" Target="https://en.wikipedia.org/wiki/Online_advertising" TargetMode="External"/><Relationship Id="rId5" Type="http://schemas.openxmlformats.org/officeDocument/2006/relationships/hyperlink" Target="https://en.wikipedia.org/wiki/GitHub#cite_note-78" TargetMode="External"/><Relationship Id="rId15" Type="http://schemas.openxmlformats.org/officeDocument/2006/relationships/hyperlink" Target="https://en.wikipedia.org/wiki/GitHub#cite_note-82" TargetMode="External"/><Relationship Id="rId10" Type="http://schemas.openxmlformats.org/officeDocument/2006/relationships/hyperlink" Target="https://en.wikipedia.org/wiki/GitHub#cite_note-81" TargetMode="External"/><Relationship Id="rId4" Type="http://schemas.openxmlformats.org/officeDocument/2006/relationships/hyperlink" Target="https://en.wikipedia.org/wiki/Blog" TargetMode="External"/><Relationship Id="rId9" Type="http://schemas.openxmlformats.org/officeDocument/2006/relationships/hyperlink" Target="https://en.wikipedia.org/wiki/Jekyll_(software)" TargetMode="External"/><Relationship Id="rId14" Type="http://schemas.openxmlformats.org/officeDocument/2006/relationships/hyperlink" Target="https://en.wikipedia.org/wiki/Domain_name_registrar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GitHub#cite_note-pastie-18" TargetMode="External"/><Relationship Id="rId2" Type="http://schemas.openxmlformats.org/officeDocument/2006/relationships/hyperlink" Target="https://en.wikipedia.org/wiki/Pastebin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Transport_Layer_Security" TargetMode="External"/><Relationship Id="rId5" Type="http://schemas.openxmlformats.org/officeDocument/2006/relationships/hyperlink" Target="https://en.wikipedia.org/wiki/GitHub#cite_note-85" TargetMode="External"/><Relationship Id="rId4" Type="http://schemas.openxmlformats.org/officeDocument/2006/relationships/hyperlink" Target="https://en.wikipedia.org/wiki/Snippet_(programming)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 smtClean="0"/>
              <a:t>Sd</a:t>
            </a:r>
            <a:r>
              <a:rPr lang="en-IN" dirty="0" smtClean="0"/>
              <a:t> lab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84789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github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GitHub, Inc. is a provider of Internet hosting for software development and version control using </a:t>
            </a:r>
            <a:r>
              <a:rPr lang="en-US" dirty="0" err="1"/>
              <a:t>Git</a:t>
            </a:r>
            <a:r>
              <a:rPr lang="en-US" dirty="0"/>
              <a:t>. It offers the distributed version control and source code management (SCM) functionality of </a:t>
            </a:r>
            <a:r>
              <a:rPr lang="en-US" dirty="0" err="1"/>
              <a:t>Git</a:t>
            </a:r>
            <a:r>
              <a:rPr lang="en-US" dirty="0"/>
              <a:t>, plus its own features. It provides access control and several collaboration features such as bug tracking, feature requests, task management, continuous integration and wikis for every project.[4] Headquartered in California, it has been a subsidiary of Microsoft since 2018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9353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github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GitHub offers its basic services free of charge. Its more advanced professional and enterprise services are commercial.[6] Free GitHub accounts are commonly used to host open-source projects.[7] As of January 2019, GitHub offers unlimited private repositories to all plans, including free accounts, but allowed only up to three collaborators per repository for free.[8] Starting from April 15, 2020, the free plan allows unlimited collaborators, but restricts private repositories to 2,000 minutes of GitHub Actions[9] per month.[10] As of January 2020, GitHub reports having over 40 million users[11] and more than 190 million repositories[12] (including at least 28 million public repositories),[13] making it the largest host of source code in the world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5745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Github</a:t>
            </a:r>
            <a:r>
              <a:rPr lang="en-IN" dirty="0" smtClean="0"/>
              <a:t>:</a:t>
            </a:r>
            <a:r>
              <a:rPr lang="en-US" dirty="0" smtClean="0"/>
              <a:t>Organizational </a:t>
            </a:r>
            <a:r>
              <a:rPr lang="en-US" dirty="0"/>
              <a:t>structure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 smtClean="0"/>
              <a:t>GitHub</a:t>
            </a:r>
            <a:r>
              <a:rPr lang="en-US" dirty="0"/>
              <a:t>, Inc. was originally a flat organization with no middle managers; in other words, "everyone is a manager" (self-management).[19] Employees could choose to work on projects that interested them (open allocation), but salaries were set by the chief executive.[20][needs update]</a:t>
            </a:r>
          </a:p>
          <a:p>
            <a:endParaRPr lang="en-US" dirty="0"/>
          </a:p>
          <a:p>
            <a:r>
              <a:rPr lang="en-US" dirty="0"/>
              <a:t>In 2014, GitHub, Inc. introduced a layer of middle management.[21]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08758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Github</a:t>
            </a:r>
            <a:r>
              <a:rPr lang="en-IN" dirty="0" smtClean="0"/>
              <a:t>: pages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0000" lnSpcReduction="20000"/>
          </a:bodyPr>
          <a:lstStyle/>
          <a:p>
            <a:endParaRPr lang="en-US" b="1" dirty="0"/>
          </a:p>
          <a:p>
            <a:r>
              <a:rPr lang="en-US" b="1" dirty="0"/>
              <a:t>GitHub Pages</a:t>
            </a:r>
            <a:r>
              <a:rPr lang="en-US" dirty="0"/>
              <a:t> is a </a:t>
            </a:r>
            <a:r>
              <a:rPr lang="en-US" dirty="0">
                <a:hlinkClick r:id="rId2" tooltip="Static web page"/>
              </a:rPr>
              <a:t>static</a:t>
            </a:r>
            <a:r>
              <a:rPr lang="en-US" dirty="0"/>
              <a:t> </a:t>
            </a:r>
            <a:r>
              <a:rPr lang="en-US" dirty="0">
                <a:hlinkClick r:id="rId3" tooltip="Web hosting service"/>
              </a:rPr>
              <a:t>web hosting service</a:t>
            </a:r>
            <a:r>
              <a:rPr lang="en-US" dirty="0"/>
              <a:t> offered by GitHub since 2008 to GitHub users for hosting user </a:t>
            </a:r>
            <a:r>
              <a:rPr lang="en-US" dirty="0">
                <a:hlinkClick r:id="rId4" tooltip="Blog"/>
              </a:rPr>
              <a:t>blogs</a:t>
            </a:r>
            <a:r>
              <a:rPr lang="en-US" dirty="0"/>
              <a:t>, project documentation,</a:t>
            </a:r>
            <a:r>
              <a:rPr lang="en-US" baseline="30000" dirty="0">
                <a:hlinkClick r:id="rId5"/>
              </a:rPr>
              <a:t>[78]</a:t>
            </a:r>
            <a:r>
              <a:rPr lang="en-US" baseline="30000" dirty="0">
                <a:hlinkClick r:id="rId6"/>
              </a:rPr>
              <a:t>[79]</a:t>
            </a:r>
            <a:r>
              <a:rPr lang="en-US" dirty="0"/>
              <a:t> or even whole books created as a page.</a:t>
            </a:r>
            <a:r>
              <a:rPr lang="en-US" baseline="30000" dirty="0">
                <a:hlinkClick r:id="rId7"/>
              </a:rPr>
              <a:t>[80]</a:t>
            </a:r>
            <a:endParaRPr lang="en-US" dirty="0"/>
          </a:p>
          <a:p>
            <a:r>
              <a:rPr lang="en-US" dirty="0"/>
              <a:t>All GitHub Pages content is stored in a </a:t>
            </a:r>
            <a:r>
              <a:rPr lang="en-US" dirty="0" err="1"/>
              <a:t>Git</a:t>
            </a:r>
            <a:r>
              <a:rPr lang="en-US" dirty="0"/>
              <a:t> repository, either as files served to visitors verbatim or in </a:t>
            </a:r>
            <a:r>
              <a:rPr lang="en-US" dirty="0">
                <a:hlinkClick r:id="rId8" tooltip="GitHub Flavored Markdown"/>
              </a:rPr>
              <a:t>Markdown</a:t>
            </a:r>
            <a:r>
              <a:rPr lang="en-US" dirty="0"/>
              <a:t> format. GitHub is seamlessly integrated with </a:t>
            </a:r>
            <a:r>
              <a:rPr lang="en-US" dirty="0">
                <a:hlinkClick r:id="rId9" tooltip="Jekyll (software)"/>
              </a:rPr>
              <a:t>Jekyll</a:t>
            </a:r>
            <a:r>
              <a:rPr lang="en-US" dirty="0"/>
              <a:t> static web site and blog generator and GitHub continuous integration pipelines. Each time the content source is updated, Jekyll regenerates the website and automatically serves it via GitHub Pages infrastructure.</a:t>
            </a:r>
            <a:r>
              <a:rPr lang="en-US" baseline="30000" dirty="0">
                <a:hlinkClick r:id="rId10"/>
              </a:rPr>
              <a:t>[81]</a:t>
            </a:r>
            <a:endParaRPr lang="en-US" dirty="0"/>
          </a:p>
          <a:p>
            <a:r>
              <a:rPr lang="en-US" dirty="0"/>
              <a:t>As with the rest of GitHub, it includes both free and paid tiers of service, instead of being supported by </a:t>
            </a:r>
            <a:r>
              <a:rPr lang="en-US" dirty="0">
                <a:hlinkClick r:id="rId11" tooltip="Online advertising"/>
              </a:rPr>
              <a:t>web advertising</a:t>
            </a:r>
            <a:r>
              <a:rPr lang="en-US" dirty="0"/>
              <a:t>. Web sites generated through this service are hosted either as </a:t>
            </a:r>
            <a:r>
              <a:rPr lang="en-US" dirty="0">
                <a:hlinkClick r:id="rId12" tooltip="Subdomain"/>
              </a:rPr>
              <a:t>subdomains</a:t>
            </a:r>
            <a:r>
              <a:rPr lang="en-US" dirty="0"/>
              <a:t> of the github.io domain, or as custom </a:t>
            </a:r>
            <a:r>
              <a:rPr lang="en-US" dirty="0">
                <a:hlinkClick r:id="rId13" tooltip="Domain name"/>
              </a:rPr>
              <a:t>domains</a:t>
            </a:r>
            <a:r>
              <a:rPr lang="en-US" dirty="0"/>
              <a:t> bought through a third-party </a:t>
            </a:r>
            <a:r>
              <a:rPr lang="en-US" dirty="0">
                <a:hlinkClick r:id="rId14" tooltip="Domain name registrar"/>
              </a:rPr>
              <a:t>domain name registrar</a:t>
            </a:r>
            <a:r>
              <a:rPr lang="en-US" dirty="0"/>
              <a:t>.</a:t>
            </a:r>
            <a:r>
              <a:rPr lang="en-US" baseline="30000" dirty="0">
                <a:hlinkClick r:id="rId15"/>
              </a:rPr>
              <a:t>[82]</a:t>
            </a:r>
            <a:r>
              <a:rPr lang="en-US" dirty="0"/>
              <a:t> When custom domain is set on a GitHub Pages repo a </a:t>
            </a:r>
            <a:r>
              <a:rPr lang="en-US" dirty="0">
                <a:hlinkClick r:id="rId16" tooltip="Let's Encrypt"/>
              </a:rPr>
              <a:t>Let's Encrypt</a:t>
            </a:r>
            <a:r>
              <a:rPr lang="en-US" dirty="0"/>
              <a:t> certificate for it is generated automatically. Once the certificate has been generated Enforce HTTPS can be set for the repository's website to transparently redirect all HTTP requests to HTTPS.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789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GitHub Marketplace service</a:t>
            </a:r>
            <a:br>
              <a:rPr lang="en-US" dirty="0"/>
            </a:b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smtClean="0"/>
              <a:t>GitHub </a:t>
            </a:r>
            <a:r>
              <a:rPr lang="en-US" dirty="0"/>
              <a:t>also provides some software as a service integrations for adding extra features to projects. Those services include:</a:t>
            </a:r>
          </a:p>
          <a:p>
            <a:endParaRPr lang="en-US" dirty="0"/>
          </a:p>
          <a:p>
            <a:r>
              <a:rPr lang="en-US" dirty="0"/>
              <a:t>Waffle.io: Project management for software teams. Automatically see pull requests, automated builds, reviews, and deployments across all of your repositories in GitHub.</a:t>
            </a:r>
          </a:p>
          <a:p>
            <a:r>
              <a:rPr lang="en-US" dirty="0" err="1"/>
              <a:t>Rollbar</a:t>
            </a:r>
            <a:r>
              <a:rPr lang="en-US" dirty="0"/>
              <a:t>: Integrate with GitHub to provide real time debugging tools and full-stack exception reporting. It is compatible with all well used code languages, such as JavaScript, Python, .NET, Ruby, PHP, Node.js, Android, iOS, Go, Java, and C#.</a:t>
            </a:r>
          </a:p>
          <a:p>
            <a:r>
              <a:rPr lang="en-US" dirty="0" err="1"/>
              <a:t>Codebeat</a:t>
            </a:r>
            <a:r>
              <a:rPr lang="en-US" dirty="0"/>
              <a:t>: For automated code analysis specialized in web and mobile developers. The supported languages for this software are: Elixir, Go, Java, Swift, JavaScript, Python, Ruby, </a:t>
            </a:r>
            <a:r>
              <a:rPr lang="en-US" dirty="0" err="1"/>
              <a:t>Kotlin</a:t>
            </a:r>
            <a:r>
              <a:rPr lang="en-US" dirty="0"/>
              <a:t>, Objective-C, and </a:t>
            </a:r>
            <a:r>
              <a:rPr lang="en-US" dirty="0" err="1"/>
              <a:t>TypeScript</a:t>
            </a:r>
            <a:r>
              <a:rPr lang="en-US" dirty="0"/>
              <a:t>.</a:t>
            </a:r>
          </a:p>
          <a:p>
            <a:r>
              <a:rPr lang="en-US" dirty="0"/>
              <a:t>Travis CI: To provide confidence for your apps while doing test and ship. Also gives full control over the build environment, to adapt it to the code. Supported languages: Go, Java, JavaScript, Objective-C, Python, PHP, Ruby, and Swift.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4584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Gist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GitHub also operates other services: a </a:t>
            </a:r>
            <a:r>
              <a:rPr lang="en-US" dirty="0" err="1">
                <a:hlinkClick r:id="rId2" tooltip="Startup company"/>
              </a:rPr>
              <a:t>pastebin</a:t>
            </a:r>
            <a:r>
              <a:rPr lang="en-US" dirty="0"/>
              <a:t>-style site called </a:t>
            </a:r>
            <a:r>
              <a:rPr lang="en-US" b="1" dirty="0"/>
              <a:t>Gist</a:t>
            </a:r>
            <a:r>
              <a:rPr lang="en-US" baseline="30000" dirty="0">
                <a:hlinkClick r:id="rId3"/>
              </a:rPr>
              <a:t>[18]</a:t>
            </a:r>
            <a:r>
              <a:rPr lang="en-US" dirty="0"/>
              <a:t> that is for hosting </a:t>
            </a:r>
            <a:r>
              <a:rPr lang="en-US" dirty="0">
                <a:hlinkClick r:id="rId4" tooltip="Snippet (programming)"/>
              </a:rPr>
              <a:t>code snippets</a:t>
            </a:r>
            <a:r>
              <a:rPr lang="en-US" dirty="0"/>
              <a:t> (GitHub proper is for hosting larger projects).</a:t>
            </a:r>
          </a:p>
          <a:p>
            <a:r>
              <a:rPr lang="en-US" dirty="0"/>
              <a:t>Tom Preston-Werner presented the then-new Gist feature at a punk rock Ruby conference in 2008.</a:t>
            </a:r>
            <a:r>
              <a:rPr lang="en-US" baseline="30000" dirty="0">
                <a:hlinkClick r:id="rId5"/>
              </a:rPr>
              <a:t>[85]</a:t>
            </a:r>
            <a:r>
              <a:rPr lang="en-US" dirty="0"/>
              <a:t> Gist builds on the traditional simple concept of a </a:t>
            </a:r>
            <a:r>
              <a:rPr lang="en-US" dirty="0" err="1">
                <a:hlinkClick r:id="rId2" tooltip="Pastebin"/>
              </a:rPr>
              <a:t>pastebin</a:t>
            </a:r>
            <a:r>
              <a:rPr lang="en-US" dirty="0"/>
              <a:t> by adding version control for code snippets, easy forking, and </a:t>
            </a:r>
            <a:r>
              <a:rPr lang="en-US" dirty="0">
                <a:hlinkClick r:id="rId6" tooltip="Transport Layer Security"/>
              </a:rPr>
              <a:t>TLS encryption</a:t>
            </a:r>
            <a:r>
              <a:rPr lang="en-US" dirty="0"/>
              <a:t> for private pastes. Because each "gist" has its own </a:t>
            </a:r>
            <a:r>
              <a:rPr lang="en-US" dirty="0" err="1"/>
              <a:t>Git</a:t>
            </a:r>
            <a:r>
              <a:rPr lang="en-US" dirty="0"/>
              <a:t> repository, multiple code snippets can be contained in a single paste and they can be pushed and pulled using </a:t>
            </a:r>
            <a:r>
              <a:rPr lang="en-US" dirty="0" err="1"/>
              <a:t>Git</a:t>
            </a:r>
            <a:r>
              <a:rPr lang="en-US" dirty="0"/>
              <a:t>. Further, forked code can be pushed back to the original author in the form of a patch, so </a:t>
            </a:r>
            <a:r>
              <a:rPr lang="en-US" dirty="0" err="1"/>
              <a:t>gists</a:t>
            </a:r>
            <a:r>
              <a:rPr lang="en-US" dirty="0"/>
              <a:t> (pastes) can become more like mini-projects.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2483623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51</TotalTime>
  <Words>512</Words>
  <Application>Microsoft Office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Tw Cen MT</vt:lpstr>
      <vt:lpstr>Droplet</vt:lpstr>
      <vt:lpstr>Sd lab </vt:lpstr>
      <vt:lpstr>github</vt:lpstr>
      <vt:lpstr>github</vt:lpstr>
      <vt:lpstr>Github:Organizational structure </vt:lpstr>
      <vt:lpstr>Github: pages</vt:lpstr>
      <vt:lpstr>GitHub Marketplace service </vt:lpstr>
      <vt:lpstr>Gist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 lab</dc:title>
  <dc:creator>akhila</dc:creator>
  <cp:lastModifiedBy>akhila</cp:lastModifiedBy>
  <cp:revision>3</cp:revision>
  <dcterms:created xsi:type="dcterms:W3CDTF">2021-06-08T15:09:06Z</dcterms:created>
  <dcterms:modified xsi:type="dcterms:W3CDTF">2021-06-08T16:00:13Z</dcterms:modified>
</cp:coreProperties>
</file>